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DCE"/>
    <a:srgbClr val="02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1" autoAdjust="0"/>
    <p:restoredTop sz="94660"/>
  </p:normalViewPr>
  <p:slideViewPr>
    <p:cSldViewPr snapToGrid="0">
      <p:cViewPr>
        <p:scale>
          <a:sx n="66" d="100"/>
          <a:sy n="66" d="100"/>
        </p:scale>
        <p:origin x="499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A19E74-26F8-5121-EB0D-DF373C3FD1A8}"/>
              </a:ext>
            </a:extLst>
          </p:cNvPr>
          <p:cNvSpPr/>
          <p:nvPr/>
        </p:nvSpPr>
        <p:spPr>
          <a:xfrm>
            <a:off x="145367" y="497056"/>
            <a:ext cx="3645188" cy="1629295"/>
          </a:xfrm>
          <a:prstGeom prst="roundRect">
            <a:avLst>
              <a:gd name="adj" fmla="val 10911"/>
            </a:avLst>
          </a:prstGeom>
          <a:solidFill>
            <a:srgbClr val="02575C"/>
          </a:solidFill>
          <a:ln>
            <a:noFill/>
          </a:ln>
          <a:effectLst>
            <a:outerShdw blurRad="63500"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9916D657-467B-0DC9-72F0-55314292FD94}"/>
              </a:ext>
            </a:extLst>
          </p:cNvPr>
          <p:cNvSpPr/>
          <p:nvPr/>
        </p:nvSpPr>
        <p:spPr>
          <a:xfrm>
            <a:off x="3985846" y="497058"/>
            <a:ext cx="1148862" cy="1629295"/>
          </a:xfrm>
          <a:prstGeom prst="round2Diag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7C82B36-B0EC-EC1D-3F62-D950BB7BC732}"/>
              </a:ext>
            </a:extLst>
          </p:cNvPr>
          <p:cNvSpPr/>
          <p:nvPr/>
        </p:nvSpPr>
        <p:spPr>
          <a:xfrm>
            <a:off x="5329999" y="497057"/>
            <a:ext cx="1148862" cy="1629295"/>
          </a:xfrm>
          <a:prstGeom prst="round2DiagRect">
            <a:avLst/>
          </a:prstGeom>
          <a:solidFill>
            <a:schemeClr val="bg1">
              <a:lumMod val="85000"/>
              <a:alpha val="84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55FC278-EA07-4E10-2908-8CA83A87B37E}"/>
              </a:ext>
            </a:extLst>
          </p:cNvPr>
          <p:cNvSpPr/>
          <p:nvPr/>
        </p:nvSpPr>
        <p:spPr>
          <a:xfrm>
            <a:off x="6674152" y="497056"/>
            <a:ext cx="1148862" cy="1629295"/>
          </a:xfrm>
          <a:prstGeom prst="round2Diag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D5931A95-8906-F47D-2646-B65C8D1CC5A2}"/>
              </a:ext>
            </a:extLst>
          </p:cNvPr>
          <p:cNvSpPr/>
          <p:nvPr/>
        </p:nvSpPr>
        <p:spPr>
          <a:xfrm>
            <a:off x="8183880" y="497056"/>
            <a:ext cx="3791988" cy="1629295"/>
          </a:xfrm>
          <a:prstGeom prst="round2DiagRect">
            <a:avLst/>
          </a:prstGeom>
          <a:solidFill>
            <a:srgbClr val="C2EDCE">
              <a:alpha val="46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31D019-535C-A0DD-07D3-3ECBD617B1FB}"/>
              </a:ext>
            </a:extLst>
          </p:cNvPr>
          <p:cNvSpPr/>
          <p:nvPr/>
        </p:nvSpPr>
        <p:spPr>
          <a:xfrm>
            <a:off x="8238233" y="2331720"/>
            <a:ext cx="3737636" cy="2125980"/>
          </a:xfrm>
          <a:prstGeom prst="roundRect">
            <a:avLst>
              <a:gd name="adj" fmla="val 5535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23D5F0-257A-3754-8F48-FADDE9ACF674}"/>
              </a:ext>
            </a:extLst>
          </p:cNvPr>
          <p:cNvSpPr/>
          <p:nvPr/>
        </p:nvSpPr>
        <p:spPr>
          <a:xfrm>
            <a:off x="145366" y="2400301"/>
            <a:ext cx="5590309" cy="2057399"/>
          </a:xfrm>
          <a:prstGeom prst="roundRect">
            <a:avLst>
              <a:gd name="adj" fmla="val 2273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F7E869-8ADF-892F-3A6C-E924756B624F}"/>
              </a:ext>
            </a:extLst>
          </p:cNvPr>
          <p:cNvSpPr/>
          <p:nvPr/>
        </p:nvSpPr>
        <p:spPr>
          <a:xfrm>
            <a:off x="5891311" y="2400301"/>
            <a:ext cx="2191285" cy="2057399"/>
          </a:xfrm>
          <a:prstGeom prst="roundRect">
            <a:avLst>
              <a:gd name="adj" fmla="val 7615"/>
            </a:avLst>
          </a:prstGeom>
          <a:solidFill>
            <a:schemeClr val="bg1">
              <a:lumMod val="85000"/>
              <a:alpha val="84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80D48A-E4C0-C072-0000-2C111475927A}"/>
              </a:ext>
            </a:extLst>
          </p:cNvPr>
          <p:cNvSpPr/>
          <p:nvPr/>
        </p:nvSpPr>
        <p:spPr>
          <a:xfrm>
            <a:off x="6633881" y="4560568"/>
            <a:ext cx="5341987" cy="2125981"/>
          </a:xfrm>
          <a:prstGeom prst="roundRect">
            <a:avLst>
              <a:gd name="adj" fmla="val 5535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223CC5-1C1B-8112-1A9B-B6ACC9C72E3A}"/>
              </a:ext>
            </a:extLst>
          </p:cNvPr>
          <p:cNvSpPr/>
          <p:nvPr/>
        </p:nvSpPr>
        <p:spPr>
          <a:xfrm>
            <a:off x="134898" y="4526651"/>
            <a:ext cx="4528542" cy="2159897"/>
          </a:xfrm>
          <a:prstGeom prst="roundRect">
            <a:avLst>
              <a:gd name="adj" fmla="val 236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7F0DD118-76D8-0451-4FA5-2DF844A39C53}"/>
              </a:ext>
            </a:extLst>
          </p:cNvPr>
          <p:cNvSpPr/>
          <p:nvPr/>
        </p:nvSpPr>
        <p:spPr>
          <a:xfrm>
            <a:off x="4902209" y="4560568"/>
            <a:ext cx="1576652" cy="2125980"/>
          </a:xfrm>
          <a:prstGeom prst="round2DiagRect">
            <a:avLst/>
          </a:prstGeom>
          <a:solidFill>
            <a:srgbClr val="02575C"/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388562-DA05-039A-9B8D-8F5CABE39323}"/>
              </a:ext>
            </a:extLst>
          </p:cNvPr>
          <p:cNvSpPr/>
          <p:nvPr/>
        </p:nvSpPr>
        <p:spPr>
          <a:xfrm>
            <a:off x="134898" y="497055"/>
            <a:ext cx="3645188" cy="1629295"/>
          </a:xfrm>
          <a:prstGeom prst="roundRect">
            <a:avLst>
              <a:gd name="adj" fmla="val 1091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F01C6D-028B-D9AA-5F71-1138DC86396A}"/>
              </a:ext>
            </a:extLst>
          </p:cNvPr>
          <p:cNvSpPr/>
          <p:nvPr/>
        </p:nvSpPr>
        <p:spPr>
          <a:xfrm>
            <a:off x="4285956" y="532467"/>
            <a:ext cx="377483" cy="359675"/>
          </a:xfrm>
          <a:prstGeom prst="ellipse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38682F-21FC-7A4B-2059-267DE3C786F9}"/>
              </a:ext>
            </a:extLst>
          </p:cNvPr>
          <p:cNvSpPr/>
          <p:nvPr/>
        </p:nvSpPr>
        <p:spPr>
          <a:xfrm>
            <a:off x="5712896" y="520658"/>
            <a:ext cx="383103" cy="371485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829E77-C5D1-5013-E0A4-D13DFCEB53F3}"/>
              </a:ext>
            </a:extLst>
          </p:cNvPr>
          <p:cNvSpPr/>
          <p:nvPr/>
        </p:nvSpPr>
        <p:spPr>
          <a:xfrm>
            <a:off x="7028250" y="542536"/>
            <a:ext cx="415624" cy="349608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2E6E97-C620-DC8E-84B2-2566CB32DDA2}"/>
              </a:ext>
            </a:extLst>
          </p:cNvPr>
          <p:cNvSpPr/>
          <p:nvPr/>
        </p:nvSpPr>
        <p:spPr>
          <a:xfrm>
            <a:off x="5055678" y="4940612"/>
            <a:ext cx="456447" cy="405589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B7C5CC-47CB-7BA9-8CC9-3EC2AC237629}"/>
              </a:ext>
            </a:extLst>
          </p:cNvPr>
          <p:cNvSpPr/>
          <p:nvPr/>
        </p:nvSpPr>
        <p:spPr>
          <a:xfrm>
            <a:off x="5055679" y="5500533"/>
            <a:ext cx="456448" cy="4055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F5B23C-1CA1-8117-9862-3F6AEE2EEA44}"/>
              </a:ext>
            </a:extLst>
          </p:cNvPr>
          <p:cNvSpPr/>
          <p:nvPr/>
        </p:nvSpPr>
        <p:spPr>
          <a:xfrm>
            <a:off x="5055679" y="6060455"/>
            <a:ext cx="456448" cy="40559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0D89965-6A89-1326-0401-7E676EAD2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529" y="4935942"/>
            <a:ext cx="377421" cy="3774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AD05313-55BC-B13F-DE49-A1406311A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702" y="542536"/>
            <a:ext cx="322719" cy="3227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FEA5B5-EFFC-4814-CAB6-07FB98A5D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2" y="81504"/>
            <a:ext cx="326636" cy="3266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4C69FE9-1C0C-D55A-033B-7887FC5FE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497" y="5486477"/>
            <a:ext cx="392808" cy="3928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EEB9BAC-768A-0C75-58AA-9E8488CBC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656" y="6060455"/>
            <a:ext cx="382489" cy="38248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268FBE2-AF08-3985-1FBF-355910FEE6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182" y="538647"/>
            <a:ext cx="330495" cy="33049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67FC512-D1ED-4264-A958-DD620D10AC1D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690" y="561887"/>
            <a:ext cx="284014" cy="28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5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Preet Kumar</cp:lastModifiedBy>
  <cp:revision>8</cp:revision>
  <dcterms:created xsi:type="dcterms:W3CDTF">2023-12-06T06:56:06Z</dcterms:created>
  <dcterms:modified xsi:type="dcterms:W3CDTF">2024-06-02T10:30:28Z</dcterms:modified>
</cp:coreProperties>
</file>